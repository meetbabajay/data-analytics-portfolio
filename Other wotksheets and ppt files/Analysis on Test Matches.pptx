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419B963E-4D21-42DD-90A5-E4056B2AB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Task2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B5EDD8E4-E125-4924-8565-1EF4608B1A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11/27/2025 4:18:04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catterplot">
            <a:extLst>
              <a:ext uri="{FF2B5EF4-FFF2-40B4-BE49-F238E27FC236}">
                <a16:creationId xmlns:a16="http://schemas.microsoft.com/office/drawing/2014/main" id="{95CA5A99-AA9A-487B-B6CB-49C1217EF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588" y="0"/>
            <a:ext cx="7008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Heatmap">
            <a:extLst>
              <a:ext uri="{FF2B5EF4-FFF2-40B4-BE49-F238E27FC236}">
                <a16:creationId xmlns:a16="http://schemas.microsoft.com/office/drawing/2014/main" id="{B6FDCB1E-D44A-4379-A819-7EB94B57A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962" y="757237"/>
            <a:ext cx="4410075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Bubble chart">
            <a:extLst>
              <a:ext uri="{FF2B5EF4-FFF2-40B4-BE49-F238E27FC236}">
                <a16:creationId xmlns:a16="http://schemas.microsoft.com/office/drawing/2014/main" id="{C2F3ABA5-E8F7-4D38-8DF6-991DD2261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40" y="0"/>
            <a:ext cx="69467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Treemap">
            <a:extLst>
              <a:ext uri="{FF2B5EF4-FFF2-40B4-BE49-F238E27FC236}">
                <a16:creationId xmlns:a16="http://schemas.microsoft.com/office/drawing/2014/main" id="{DDF63CC4-3A46-4B00-9193-BE721B34E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96" y="0"/>
            <a:ext cx="107598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Analysis on Test Matches">
            <a:extLst>
              <a:ext uri="{FF2B5EF4-FFF2-40B4-BE49-F238E27FC236}">
                <a16:creationId xmlns:a16="http://schemas.microsoft.com/office/drawing/2014/main" id="{819F2325-1C26-424A-9E6D-06150A199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Task2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Johnson Abah</cp:lastModifiedBy>
  <cp:revision>1</cp:revision>
  <dcterms:created xsi:type="dcterms:W3CDTF">2025-11-27T15:18:07Z</dcterms:created>
  <dcterms:modified xsi:type="dcterms:W3CDTF">2025-11-27T16:15:43Z</dcterms:modified>
</cp:coreProperties>
</file>